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Montserrat" pitchFamily="2" charset="77"/>
      <p:regular r:id="rId10"/>
      <p:bold r:id="rId11"/>
      <p:italic r:id="rId12"/>
      <p:boldItalic r:id="rId13"/>
    </p:embeddedFont>
    <p:embeddedFont>
      <p:font typeface="Montserrat Bold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 autoAdjust="0"/>
    <p:restoredTop sz="94648" autoAdjust="0"/>
  </p:normalViewPr>
  <p:slideViewPr>
    <p:cSldViewPr>
      <p:cViewPr>
        <p:scale>
          <a:sx n="63" d="100"/>
          <a:sy n="63" d="100"/>
        </p:scale>
        <p:origin x="144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6000" y="648000"/>
            <a:ext cx="5128697" cy="1461679"/>
          </a:xfrm>
          <a:custGeom>
            <a:avLst/>
            <a:gdLst/>
            <a:ahLst/>
            <a:cxnLst/>
            <a:rect l="l" t="t" r="r" b="b"/>
            <a:pathLst>
              <a:path w="5128697" h="1461679">
                <a:moveTo>
                  <a:pt x="0" y="0"/>
                </a:moveTo>
                <a:lnTo>
                  <a:pt x="5128697" y="0"/>
                </a:lnTo>
                <a:lnTo>
                  <a:pt x="5128697" y="1461679"/>
                </a:lnTo>
                <a:lnTo>
                  <a:pt x="0" y="146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096764" y="648000"/>
            <a:ext cx="2472138" cy="247213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79902" y="3777151"/>
            <a:ext cx="16928195" cy="2732699"/>
            <a:chOff x="0" y="0"/>
            <a:chExt cx="22570927" cy="3643598"/>
          </a:xfrm>
        </p:grpSpPr>
        <p:sp>
          <p:nvSpPr>
            <p:cNvPr id="6" name="TextBox 6"/>
            <p:cNvSpPr txBox="1"/>
            <p:nvPr/>
          </p:nvSpPr>
          <p:spPr>
            <a:xfrm>
              <a:off x="2193112" y="1815621"/>
              <a:ext cx="19114830" cy="1827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84"/>
                </a:lnSpc>
                <a:spcBef>
                  <a:spcPct val="0"/>
                </a:spcBef>
              </a:pPr>
              <a:r>
                <a:rPr lang="en-US" sz="8274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Vibe Coding Hackathon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80975"/>
              <a:ext cx="22570927" cy="2148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8"/>
                </a:lnSpc>
                <a:spcBef>
                  <a:spcPct val="0"/>
                </a:spcBef>
              </a:pPr>
              <a:r>
                <a:rPr lang="en-US" sz="977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AI-WEEK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319" y="-190500"/>
            <a:ext cx="18244767" cy="10287000"/>
            <a:chOff x="0" y="0"/>
            <a:chExt cx="2432635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6800" y="457199"/>
              <a:ext cx="7449226" cy="1236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2"/>
                </a:lnSpc>
                <a:spcBef>
                  <a:spcPct val="0"/>
                </a:spcBef>
              </a:pPr>
              <a:r>
                <a:rPr lang="en-US" sz="5602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Details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2128" y="2667449"/>
              <a:ext cx="14015073" cy="70480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5213"/>
                </a:lnSpc>
              </a:pPr>
              <a:r>
                <a:rPr lang="en-US" sz="3724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Name: GUNS AND ROSES</a:t>
              </a:r>
            </a:p>
            <a:p>
              <a:pPr algn="just">
                <a:lnSpc>
                  <a:spcPts val="5213"/>
                </a:lnSpc>
              </a:pPr>
              <a:endParaRPr lang="en-US" sz="372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r>
                <a:rPr lang="en-US" sz="3724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Member Name : MD.MOHIDDIN</a:t>
              </a: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r>
                <a:rPr lang="en-US" sz="3724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                                      J . SATHWIK</a:t>
              </a: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endParaRPr lang="en-US" sz="372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r>
                <a:rPr lang="en-US" sz="3724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Phone Number : 7386095641 </a:t>
              </a: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r>
                <a:rPr lang="en-US" sz="3724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             </a:t>
              </a: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endParaRPr lang="en-US" sz="372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233" y="36950"/>
            <a:ext cx="18244767" cy="10287000"/>
            <a:chOff x="0" y="0"/>
            <a:chExt cx="2432635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42400" cy="6858000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56805" y="1170109"/>
              <a:ext cx="17361595" cy="25706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42"/>
                </a:lnSpc>
                <a:spcBef>
                  <a:spcPct val="0"/>
                </a:spcBef>
              </a:pPr>
              <a:endParaRPr lang="en-US" sz="560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l">
                <a:lnSpc>
                  <a:spcPts val="7842"/>
                </a:lnSpc>
                <a:spcBef>
                  <a:spcPct val="0"/>
                </a:spcBef>
              </a:pPr>
              <a:r>
                <a:rPr lang="en-US" sz="5602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F50899-616D-1A4C-A418-706AAD6D8C70}"/>
              </a:ext>
            </a:extLst>
          </p:cNvPr>
          <p:cNvSpPr txBox="1"/>
          <p:nvPr/>
        </p:nvSpPr>
        <p:spPr>
          <a:xfrm>
            <a:off x="2209800" y="3009900"/>
            <a:ext cx="1394460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dirty="0"/>
              <a:t>STEM learners often struggle to understand physics word problems because:</a:t>
            </a:r>
          </a:p>
          <a:p>
            <a:r>
              <a:rPr lang="en-IN" sz="3500" dirty="0"/>
              <a:t>They require mental visualization</a:t>
            </a:r>
          </a:p>
          <a:p>
            <a:r>
              <a:rPr lang="en-IN" sz="3500" dirty="0"/>
              <a:t>Concepts like motion, forces, oscillations are abstract</a:t>
            </a:r>
          </a:p>
          <a:p>
            <a:r>
              <a:rPr lang="en-IN" sz="3500" dirty="0"/>
              <a:t>Existing tools rely on static text or equations</a:t>
            </a:r>
          </a:p>
          <a:p>
            <a:r>
              <a:rPr lang="en-IN" sz="3500" dirty="0"/>
              <a:t>No real-time exploration of “what-if” scenarios</a:t>
            </a:r>
          </a:p>
          <a:p>
            <a:r>
              <a:rPr lang="en-IN" sz="3500" dirty="0"/>
              <a:t>There is a gap between textual problems and conceptual understanding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258" y="0"/>
            <a:ext cx="18346258" cy="10553700"/>
            <a:chOff x="-461063" y="-254000"/>
            <a:chExt cx="24787420" cy="13970000"/>
          </a:xfrm>
        </p:grpSpPr>
        <p:sp>
          <p:nvSpPr>
            <p:cNvPr id="3" name="Freeform 3"/>
            <p:cNvSpPr/>
            <p:nvPr/>
          </p:nvSpPr>
          <p:spPr>
            <a:xfrm>
              <a:off x="-461063" y="-254000"/>
              <a:ext cx="5713614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02144" y="1521581"/>
              <a:ext cx="9796256" cy="25520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42"/>
                </a:lnSpc>
                <a:spcBef>
                  <a:spcPct val="0"/>
                </a:spcBef>
              </a:pPr>
              <a:endParaRPr lang="en-US" sz="560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l">
                <a:lnSpc>
                  <a:spcPts val="7842"/>
                </a:lnSpc>
                <a:spcBef>
                  <a:spcPct val="0"/>
                </a:spcBef>
              </a:pPr>
              <a:r>
                <a:rPr lang="en-US" sz="5602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Solution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F43AAD9-B0D1-181B-27FE-489167AF14F4}"/>
              </a:ext>
            </a:extLst>
          </p:cNvPr>
          <p:cNvSpPr txBox="1"/>
          <p:nvPr/>
        </p:nvSpPr>
        <p:spPr>
          <a:xfrm>
            <a:off x="2101608" y="3604932"/>
            <a:ext cx="13929063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dirty="0"/>
              <a:t>We developed </a:t>
            </a:r>
            <a:r>
              <a:rPr lang="en-IN" sz="3500" b="1" dirty="0"/>
              <a:t>STEM AI Visualizer</a:t>
            </a:r>
            <a:r>
              <a:rPr lang="en-IN" sz="3500" dirty="0"/>
              <a:t>, an AI-powered web application that:</a:t>
            </a:r>
          </a:p>
          <a:p>
            <a:r>
              <a:rPr lang="en-IN" sz="3500" dirty="0"/>
              <a:t>Accepts physics word problems as natural language input</a:t>
            </a:r>
          </a:p>
          <a:p>
            <a:r>
              <a:rPr lang="en-IN" sz="3500" dirty="0"/>
              <a:t>Extracts key entities and parameters using AI</a:t>
            </a:r>
          </a:p>
          <a:p>
            <a:r>
              <a:rPr lang="en-IN" sz="3500" dirty="0"/>
              <a:t>Converts text into structured physics models</a:t>
            </a:r>
          </a:p>
          <a:p>
            <a:r>
              <a:rPr lang="en-IN" sz="3500" dirty="0"/>
              <a:t>Generates interactive simulations automatically</a:t>
            </a:r>
          </a:p>
          <a:p>
            <a:r>
              <a:rPr lang="en-IN" sz="3500" dirty="0"/>
              <a:t>Allows real-time parameter manipulation</a:t>
            </a:r>
          </a:p>
          <a:p>
            <a:r>
              <a:rPr lang="en-IN" sz="3500" dirty="0"/>
              <a:t>Our system bridges text-based problems with visual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49A018-3AD8-6C43-E6BB-A0E3ACED422F}"/>
              </a:ext>
            </a:extLst>
          </p:cNvPr>
          <p:cNvGrpSpPr/>
          <p:nvPr/>
        </p:nvGrpSpPr>
        <p:grpSpPr>
          <a:xfrm>
            <a:off x="0" y="-3543"/>
            <a:ext cx="18288000" cy="10294085"/>
            <a:chOff x="-511601" y="-502596"/>
            <a:chExt cx="24384000" cy="1372544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D87DDB-461E-5645-ED40-B656E0E5F4F4}"/>
                </a:ext>
              </a:extLst>
            </p:cNvPr>
            <p:cNvSpPr/>
            <p:nvPr/>
          </p:nvSpPr>
          <p:spPr>
            <a:xfrm>
              <a:off x="-511601" y="-502596"/>
              <a:ext cx="3556000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7D29E8-2586-D953-60E4-151D9CF3154F}"/>
                </a:ext>
              </a:extLst>
            </p:cNvPr>
            <p:cNvSpPr/>
            <p:nvPr/>
          </p:nvSpPr>
          <p:spPr>
            <a:xfrm rot="10800000">
              <a:off x="18158786" y="841627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743A72F-0AB1-D139-75C1-421EBB7AC7FA}"/>
                </a:ext>
              </a:extLst>
            </p:cNvPr>
            <p:cNvGrpSpPr/>
            <p:nvPr/>
          </p:nvGrpSpPr>
          <p:grpSpPr>
            <a:xfrm>
              <a:off x="97999" y="10819562"/>
              <a:ext cx="2704146" cy="1374854"/>
              <a:chOff x="-637252" y="38100"/>
              <a:chExt cx="1373852" cy="698500"/>
            </a:xfrm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C11AB7E2-01F3-CB31-9626-2EE29CEFAD62}"/>
                  </a:ext>
                </a:extLst>
              </p:cNvPr>
              <p:cNvSpPr/>
              <p:nvPr/>
            </p:nvSpPr>
            <p:spPr>
              <a:xfrm>
                <a:off x="-637252" y="38101"/>
                <a:ext cx="713452" cy="55843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  <p:txBody>
              <a:bodyPr/>
              <a:lstStyle/>
              <a:p>
                <a:r>
                  <a:rPr lang="en-US" sz="4000" dirty="0"/>
                  <a:t>   </a:t>
                </a:r>
                <a:r>
                  <a:rPr lang="en-US" sz="40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B39E1AC4-90B6-B43C-22FB-AD79B502114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79336610-44D9-25EC-FC54-C097E172D746}"/>
                </a:ext>
              </a:extLst>
            </p:cNvPr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D20026D8-0029-B7EC-906F-3B71C6F6C741}"/>
                </a:ext>
              </a:extLst>
            </p:cNvPr>
            <p:cNvSpPr txBox="1"/>
            <p:nvPr/>
          </p:nvSpPr>
          <p:spPr>
            <a:xfrm>
              <a:off x="2856807" y="118220"/>
              <a:ext cx="13903592" cy="24881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42"/>
                </a:lnSpc>
                <a:spcBef>
                  <a:spcPct val="0"/>
                </a:spcBef>
              </a:pPr>
              <a:endParaRPr lang="en-US" sz="560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DF3AEA2-4F6B-DC36-6FFF-054FF2F138BC}"/>
              </a:ext>
            </a:extLst>
          </p:cNvPr>
          <p:cNvSpPr txBox="1"/>
          <p:nvPr/>
        </p:nvSpPr>
        <p:spPr>
          <a:xfrm>
            <a:off x="1113906" y="2536388"/>
            <a:ext cx="1587609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dirty="0"/>
              <a:t>The system:</a:t>
            </a:r>
          </a:p>
          <a:p>
            <a:r>
              <a:rPr lang="en-IN" sz="3500" dirty="0"/>
              <a:t>Accepts natural language physics problems</a:t>
            </a:r>
          </a:p>
          <a:p>
            <a:r>
              <a:rPr lang="en-IN" sz="3500" dirty="0"/>
              <a:t>Identifies motion type (vertical, horizontal, projectile, SHM)</a:t>
            </a:r>
          </a:p>
          <a:p>
            <a:r>
              <a:rPr lang="en-IN" sz="3500" dirty="0"/>
              <a:t>Extracts parameters like:</a:t>
            </a:r>
          </a:p>
          <a:p>
            <a:pPr lvl="1"/>
            <a:r>
              <a:rPr lang="en-IN" sz="3500" dirty="0"/>
              <a:t>Initial velocity</a:t>
            </a:r>
          </a:p>
          <a:p>
            <a:pPr lvl="1"/>
            <a:r>
              <a:rPr lang="en-IN" sz="3500" dirty="0"/>
              <a:t>Angle</a:t>
            </a:r>
          </a:p>
          <a:p>
            <a:pPr lvl="1"/>
            <a:r>
              <a:rPr lang="en-IN" sz="3500" dirty="0"/>
              <a:t>Gravity</a:t>
            </a:r>
          </a:p>
          <a:p>
            <a:pPr lvl="1"/>
            <a:r>
              <a:rPr lang="en-IN" sz="3500" dirty="0"/>
              <a:t>Amplitude</a:t>
            </a:r>
          </a:p>
          <a:p>
            <a:pPr lvl="1"/>
            <a:r>
              <a:rPr lang="en-IN" sz="3500" dirty="0"/>
              <a:t>Frequency</a:t>
            </a:r>
          </a:p>
          <a:p>
            <a:r>
              <a:rPr lang="en-IN" sz="3500" dirty="0"/>
              <a:t>Returns structured JSON which drives the simulation engine</a:t>
            </a:r>
          </a:p>
          <a:p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C2694-6EFE-F4CE-91E3-8504EE8AE0F3}"/>
              </a:ext>
            </a:extLst>
          </p:cNvPr>
          <p:cNvSpPr txBox="1"/>
          <p:nvPr/>
        </p:nvSpPr>
        <p:spPr>
          <a:xfrm>
            <a:off x="1130070" y="1537167"/>
            <a:ext cx="12877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800" b="1" dirty="0"/>
              <a:t>AI-Based Problem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69885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44767" cy="10287000"/>
            <a:chOff x="0" y="0"/>
            <a:chExt cx="2432635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02144" y="1266824"/>
              <a:ext cx="10375150" cy="12368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146C24C-0580-F285-DEC2-20F8CE9CD6B9}"/>
              </a:ext>
            </a:extLst>
          </p:cNvPr>
          <p:cNvSpPr txBox="1"/>
          <p:nvPr/>
        </p:nvSpPr>
        <p:spPr>
          <a:xfrm>
            <a:off x="2214096" y="2171700"/>
            <a:ext cx="1348310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Workflow:</a:t>
            </a:r>
            <a:endParaRPr lang="en-IN" sz="3500" dirty="0"/>
          </a:p>
          <a:p>
            <a:r>
              <a:rPr lang="en-IN" sz="3500" dirty="0"/>
              <a:t>User Input (Physics Word Problem)</a:t>
            </a:r>
            <a:br>
              <a:rPr lang="en-IN" sz="3500" dirty="0"/>
            </a:br>
            <a:r>
              <a:rPr lang="en-IN" sz="3500" dirty="0"/>
              <a:t>↓</a:t>
            </a:r>
            <a:br>
              <a:rPr lang="en-IN" sz="3500" dirty="0"/>
            </a:br>
            <a:r>
              <a:rPr lang="en-IN" sz="3500" dirty="0"/>
              <a:t>AI Parsing (</a:t>
            </a:r>
            <a:r>
              <a:rPr lang="en-IN" sz="3500" dirty="0" err="1"/>
              <a:t>Supabase</a:t>
            </a:r>
            <a:r>
              <a:rPr lang="en-IN" sz="3500" dirty="0"/>
              <a:t> Edge Function)</a:t>
            </a:r>
            <a:br>
              <a:rPr lang="en-IN" sz="3500" dirty="0"/>
            </a:br>
            <a:r>
              <a:rPr lang="en-IN" sz="3500" dirty="0"/>
              <a:t>↓</a:t>
            </a:r>
            <a:br>
              <a:rPr lang="en-IN" sz="3500" dirty="0"/>
            </a:br>
            <a:r>
              <a:rPr lang="en-IN" sz="3500" dirty="0"/>
              <a:t>Structured Physics Parameters</a:t>
            </a:r>
            <a:br>
              <a:rPr lang="en-IN" sz="3500" dirty="0"/>
            </a:br>
            <a:r>
              <a:rPr lang="en-IN" sz="3500" dirty="0"/>
              <a:t>↓</a:t>
            </a:r>
            <a:br>
              <a:rPr lang="en-IN" sz="3500" dirty="0"/>
            </a:br>
            <a:r>
              <a:rPr lang="en-IN" sz="3500" dirty="0"/>
              <a:t>Physics Engine (Trajectory Generator)</a:t>
            </a:r>
            <a:br>
              <a:rPr lang="en-IN" sz="3500" dirty="0"/>
            </a:br>
            <a:r>
              <a:rPr lang="en-IN" sz="3500" dirty="0"/>
              <a:t>↓</a:t>
            </a:r>
            <a:br>
              <a:rPr lang="en-IN" sz="3500" dirty="0"/>
            </a:br>
            <a:r>
              <a:rPr lang="en-IN" sz="3500" dirty="0"/>
              <a:t>Simulation Canvas + Graph Panel</a:t>
            </a:r>
            <a:br>
              <a:rPr lang="en-IN" sz="3500" dirty="0"/>
            </a:br>
            <a:r>
              <a:rPr lang="en-IN" sz="3500" dirty="0"/>
              <a:t>↓</a:t>
            </a:r>
            <a:br>
              <a:rPr lang="en-IN" sz="3500" dirty="0"/>
            </a:br>
            <a:r>
              <a:rPr lang="en-IN" sz="3500" dirty="0"/>
              <a:t>Interactive Learning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0"/>
            <a:ext cx="18244767" cy="10287000"/>
            <a:chOff x="0" y="0"/>
            <a:chExt cx="2432635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l="l" t="t" r="r" b="b"/>
              <a:pathLst>
                <a:path w="5713613" h="4806577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1600" y="11101875"/>
              <a:ext cx="1485206" cy="81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7587" y="1016000"/>
              <a:ext cx="5713614" cy="12368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2DBB0B8-F7AA-7EAA-8035-E986F8DEEDCD}"/>
              </a:ext>
            </a:extLst>
          </p:cNvPr>
          <p:cNvSpPr txBox="1"/>
          <p:nvPr/>
        </p:nvSpPr>
        <p:spPr>
          <a:xfrm>
            <a:off x="2101608" y="1555370"/>
            <a:ext cx="13483149" cy="719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/>
              <a:t>Frontend:</a:t>
            </a:r>
            <a:endParaRPr lang="en-IN" sz="3500" dirty="0"/>
          </a:p>
          <a:p>
            <a:r>
              <a:rPr lang="en-IN" sz="3500" dirty="0"/>
              <a:t>React</a:t>
            </a:r>
          </a:p>
          <a:p>
            <a:r>
              <a:rPr lang="en-IN" sz="3500" dirty="0"/>
              <a:t>TypeScript</a:t>
            </a:r>
          </a:p>
          <a:p>
            <a:r>
              <a:rPr lang="en-IN" sz="3500" dirty="0"/>
              <a:t>Tailwind CSS</a:t>
            </a:r>
          </a:p>
          <a:p>
            <a:r>
              <a:rPr lang="en-IN" sz="3500" dirty="0" err="1"/>
              <a:t>ShadCN</a:t>
            </a:r>
            <a:r>
              <a:rPr lang="en-IN" sz="3500" dirty="0"/>
              <a:t> UI Components</a:t>
            </a:r>
          </a:p>
          <a:p>
            <a:r>
              <a:rPr lang="en-IN" sz="3500" dirty="0" err="1"/>
              <a:t>Lucide</a:t>
            </a:r>
            <a:r>
              <a:rPr lang="en-IN" sz="3500" dirty="0"/>
              <a:t> Icons</a:t>
            </a:r>
          </a:p>
          <a:p>
            <a:r>
              <a:rPr lang="en-IN" sz="3500" b="1" dirty="0"/>
              <a:t>Backend:</a:t>
            </a:r>
            <a:endParaRPr lang="en-IN" sz="3500" dirty="0"/>
          </a:p>
          <a:p>
            <a:r>
              <a:rPr lang="en-IN" sz="3500" dirty="0" err="1"/>
              <a:t>Supabase</a:t>
            </a:r>
            <a:endParaRPr lang="en-IN" sz="3500" dirty="0"/>
          </a:p>
          <a:p>
            <a:r>
              <a:rPr lang="en-IN" sz="3500" dirty="0" err="1"/>
              <a:t>Supabase</a:t>
            </a:r>
            <a:r>
              <a:rPr lang="en-IN" sz="3500" dirty="0"/>
              <a:t> Edge Functions</a:t>
            </a:r>
          </a:p>
          <a:p>
            <a:r>
              <a:rPr lang="en-IN" sz="3500" dirty="0"/>
              <a:t>AI-based NLP parsing</a:t>
            </a:r>
          </a:p>
          <a:p>
            <a:r>
              <a:rPr lang="en-IN" sz="3500" b="1" dirty="0"/>
              <a:t>Core Engine:</a:t>
            </a:r>
            <a:endParaRPr lang="en-IN" sz="3500" dirty="0"/>
          </a:p>
          <a:p>
            <a:r>
              <a:rPr lang="en-IN" sz="3500" dirty="0"/>
              <a:t>Custom Physics Engine</a:t>
            </a:r>
          </a:p>
          <a:p>
            <a:r>
              <a:rPr lang="en-IN" sz="3500" dirty="0"/>
              <a:t>Frame-based simulation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8220" y="3607991"/>
            <a:ext cx="12311559" cy="274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50"/>
              </a:lnSpc>
            </a:pPr>
            <a:r>
              <a:rPr lang="en-US" sz="15922" b="1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267</Words>
  <Application>Microsoft Macintosh PowerPoint</Application>
  <PresentationFormat>Custom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 Bold</vt:lpstr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VibeCodingHackathonTemplate</dc:title>
  <cp:lastModifiedBy>sathwik</cp:lastModifiedBy>
  <cp:revision>3</cp:revision>
  <dcterms:created xsi:type="dcterms:W3CDTF">2006-08-16T00:00:00Z</dcterms:created>
  <dcterms:modified xsi:type="dcterms:W3CDTF">2026-02-12T09:31:31Z</dcterms:modified>
  <dc:identifier>DAHAoX3IpdQ</dc:identifier>
</cp:coreProperties>
</file>